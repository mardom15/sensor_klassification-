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LOGO-CV — cible binaire tir vs parasite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(trompeur)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B2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SVM (RBF)</c:v>
                  </c:pt>
                  <c:pt idx="1">
                    <c:v>Grad. Boosting</c:v>
                  </c:pt>
                  <c:pt idx="2">
                    <c:v>Random Forest</c:v>
                  </c:pt>
                  <c:pt idx="3">
                    <c:v>Log. Regression</c:v>
                  </c:pt>
                  <c:pt idx="4">
                    <c:v>Decision Tree</c:v>
                  </c:pt>
                  <c:pt idx="5">
                    <c:v>KNN (k=5)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0.905</c:v>
                </c:pt>
                <c:pt idx="1">
                  <c:v>0.811</c:v>
                </c:pt>
                <c:pt idx="2">
                  <c:v>0.892</c:v>
                </c:pt>
                <c:pt idx="3">
                  <c:v>0.676</c:v>
                </c:pt>
                <c:pt idx="4">
                  <c:v>0.743</c:v>
                </c:pt>
                <c:pt idx="5">
                  <c:v>0.878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Balanced accuracy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B2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SVM (RBF)</c:v>
                  </c:pt>
                  <c:pt idx="1">
                    <c:v>Grad. Boosting</c:v>
                  </c:pt>
                  <c:pt idx="2">
                    <c:v>Random Forest</c:v>
                  </c:pt>
                  <c:pt idx="3">
                    <c:v>Log. Regression</c:v>
                  </c:pt>
                  <c:pt idx="4">
                    <c:v>Decision Tree</c:v>
                  </c:pt>
                  <c:pt idx="5">
                    <c:v>KNN (k=5)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0.707</c:v>
                </c:pt>
                <c:pt idx="1">
                  <c:v>0.557</c:v>
                </c:pt>
                <c:pt idx="2">
                  <c:v>0.556</c:v>
                </c:pt>
                <c:pt idx="3">
                  <c:v>0.528</c:v>
                </c:pt>
                <c:pt idx="4">
                  <c:v>0.519</c:v>
                </c:pt>
                <c:pt idx="5">
                  <c:v>0.5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 (classe parasite)</c:v>
                </c:pt>
              </c:strCache>
            </c:strRef>
          </c:tx>
          <c:spPr>
            <a:solidFill>
              <a:srgbClr val="D953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B2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SVM (RBF)</c:v>
                  </c:pt>
                  <c:pt idx="1">
                    <c:v>Grad. Boosting</c:v>
                  </c:pt>
                  <c:pt idx="2">
                    <c:v>Random Forest</c:v>
                  </c:pt>
                  <c:pt idx="3">
                    <c:v>Log. Regression</c:v>
                  </c:pt>
                  <c:pt idx="4">
                    <c:v>Decision Tree</c:v>
                  </c:pt>
                  <c:pt idx="5">
                    <c:v>KNN (k=5)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0.533</c:v>
                </c:pt>
                <c:pt idx="1">
                  <c:v>0.222</c:v>
                </c:pt>
                <c:pt idx="2">
                  <c:v>0.2</c:v>
                </c:pt>
                <c:pt idx="3">
                  <c:v>0.2</c:v>
                </c:pt>
                <c:pt idx="4">
                  <c:v>0.174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B2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B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1E5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1B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968496"/>
            <a:ext cx="246888" cy="65836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9217152" y="3694176"/>
            <a:ext cx="246888" cy="120700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9656064" y="3200400"/>
            <a:ext cx="246888" cy="21945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10094976" y="2651760"/>
            <a:ext cx="246888" cy="32918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33888" y="3419856"/>
            <a:ext cx="246888" cy="175564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0" y="2926080"/>
            <a:ext cx="246888" cy="2743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11411712" y="3803904"/>
            <a:ext cx="246888" cy="9875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11850624" y="3529584"/>
            <a:ext cx="246888" cy="153619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8778240" y="2651760"/>
            <a:ext cx="0" cy="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1" name="Shape 9"/>
          <p:cNvSpPr/>
          <p:nvPr/>
        </p:nvSpPr>
        <p:spPr>
          <a:xfrm>
            <a:off x="8778240" y="2651760"/>
            <a:ext cx="0" cy="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2" name="Shape 10"/>
          <p:cNvSpPr/>
          <p:nvPr/>
        </p:nvSpPr>
        <p:spPr>
          <a:xfrm>
            <a:off x="8778240" y="2651760"/>
            <a:ext cx="0" cy="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0" y="2651760"/>
            <a:ext cx="0" cy="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778240" y="2651760"/>
            <a:ext cx="0" cy="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5" name="Shape 13"/>
          <p:cNvSpPr/>
          <p:nvPr/>
        </p:nvSpPr>
        <p:spPr>
          <a:xfrm>
            <a:off x="8778240" y="2651760"/>
            <a:ext cx="0" cy="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6" name="Shape 14"/>
          <p:cNvSpPr/>
          <p:nvPr/>
        </p:nvSpPr>
        <p:spPr>
          <a:xfrm>
            <a:off x="8778240" y="2651760"/>
            <a:ext cx="0" cy="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7" name="Shape 15"/>
          <p:cNvSpPr/>
          <p:nvPr/>
        </p:nvSpPr>
        <p:spPr>
          <a:xfrm>
            <a:off x="8778240" y="2651760"/>
            <a:ext cx="0" cy="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GAUSHORN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2331720"/>
            <a:ext cx="7589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Détecter le vrai tir,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filtrer le bruit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731520" y="41605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automatique des déclenchements d'un capteur de choc sur cible — pipeline de données, comparaison de modèles et déploiement embarqué sur Raspberry Pi.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Préparé pour Marti  ·  Août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objectif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554480"/>
            <a:ext cx="6583680" cy="4663440"/>
          </a:xfrm>
          <a:prstGeom prst="roundRect">
            <a:avLst>
              <a:gd name="adj" fmla="val 156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17830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2194560"/>
            <a:ext cx="5943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team sensor a fourni les enregistrements bruts d'un capteur de choc/vibration installé sur une cible de tir.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déclenchement du capteur capture une forme d'onde de 512 échantillons — mais tous les déclenchements ne sont pas de vrais impacts de tir.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construire un modèle qui distingue automatiquement un vrai tir des faux déclenchements, puis le déployer en périphérie (Raspberry Pi).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0" y="1554480"/>
            <a:ext cx="4416552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1691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589520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TREFFER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89520" y="27889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vrai impact de tir sur la cible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3886200"/>
            <a:ext cx="4416552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4023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589520" y="4800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89520" y="51206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Vorbei (tir manqué), Steinschlag (impact de pierre), Auffahren (véhicule qui approche)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Classification tir vs parasite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données reçues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6459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48640" y="2331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capturés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16459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383280" y="2331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échantillons / événement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16459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217920" y="2331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séances de tir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61120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0" y="16459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9052560" y="2331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armes : P8 (pistolet), G36 (fusil)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par classe (outcome)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5486400" cy="24688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Treffer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réel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Vorbei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 manqué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Steinschlag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de pierre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Auffahren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Véhicule qui approche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309360" y="3246120"/>
            <a:ext cx="5422392" cy="2880360"/>
          </a:xfrm>
          <a:prstGeom prst="roundRect">
            <a:avLst>
              <a:gd name="adj" fmla="val 2540"/>
            </a:avLst>
          </a:prstGeom>
          <a:solidFill>
            <a:srgbClr val="1E2761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0" y="3429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 du « 500 »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583680" y="384048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team a évoqué « 500 informations ». Vérification faite : cela correspond aux 512 échantillons contenus dans chaque capture, pas au nombre d'événements. Le jeu de données contient bien 74 événements exploitables — rien ne manque à l'extraction.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Classification tir vs parasite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MÉTHODE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du projet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46888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2697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brutes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.txt (512 éch.)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68880" y="32461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724912" y="246888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3410712" y="2697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3410712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816352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structuré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16352" y="3977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métadonnées + signal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36592" y="32461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992624" y="246888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5678424" y="2697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678424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84064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84064" y="3977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→ 7 indicateurs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004304" y="32461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260336" y="246888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31" name="Shape 29"/>
          <p:cNvSpPr/>
          <p:nvPr/>
        </p:nvSpPr>
        <p:spPr>
          <a:xfrm>
            <a:off x="7946136" y="2697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7946136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351776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51776" y="3977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algos, LOGO-CV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272016" y="32461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528048" y="246888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37" name="Shape 35"/>
          <p:cNvSpPr/>
          <p:nvPr/>
        </p:nvSpPr>
        <p:spPr>
          <a:xfrm>
            <a:off x="10213848" y="2697480"/>
            <a:ext cx="640080" cy="64008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38" name="Text 36"/>
          <p:cNvSpPr/>
          <p:nvPr/>
        </p:nvSpPr>
        <p:spPr>
          <a:xfrm>
            <a:off x="10213848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619488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619488" y="3977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5212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étape correspond à un script numéroté dans le dossier src/ du projet (01 à 09), exécutable dans l'ordre pour reproduire l'ensemble du pipeline.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Classification tir vs parasite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VISUALISATION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signaux, vus par classe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2" name="Image 0" descr="/sessions/pensive-serene-mccarthy/mnt/outputs/waveforms_overlay_by_c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6949440" cy="427657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5C4">
                <a:alpha val="30000"/>
              </a:srgbClr>
            </a:outerShdw>
          </a:effectLst>
        </p:spPr>
      </p:pic>
      <p:sp>
        <p:nvSpPr>
          <p:cNvPr id="13" name="Shape 10"/>
          <p:cNvSpPr/>
          <p:nvPr/>
        </p:nvSpPr>
        <p:spPr>
          <a:xfrm>
            <a:off x="7635240" y="1508760"/>
            <a:ext cx="4096512" cy="4709160"/>
          </a:xfrm>
          <a:prstGeom prst="roundRect">
            <a:avLst>
              <a:gd name="adj" fmla="val 178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8638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observe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863840" y="2103120"/>
            <a:ext cx="3657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Treffer &amp; Steinschlag 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signaux énergiques, très oscillants — impacts physiques marqués.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Vorbei &amp; Auffahren 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signaux lisses, faible amplitude — vibrations douces.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Steinschlag ressemble visuellement à Treffer bien plus qu'à Vorbei/Auffahren — premier signe qu'il sera difficile à isoler.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Classification tir vs parasite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MODÉLISATION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4813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features calculées (temporelles + spectrales), réduites à 7 après sélection 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" y="2194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212140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peak_abs_amplitude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80160" y="243230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maximale absolue du signal centré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201168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53912" y="2194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153912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2280" y="212140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energy_centered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12280" y="243230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Énergie totale du signal (Σ signal²)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" y="3291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321868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rms_centered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280160" y="352958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quadratique moyenne (RMS)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89320" y="310896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53912" y="3291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153912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12280" y="321868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zero_crossing_rate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812280" y="352958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passage par zéro (contenu fréquentiel)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20624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" y="4389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80160" y="43159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spectral_centroid_bin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280160" y="462686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de gravité du spectre (FFT)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89320" y="420624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53912" y="4389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6153912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12280" y="43159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crest_factor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812280" y="462686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pic / RMS (facteur de crête)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530352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1792" y="5486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621792" y="5486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80160" y="541324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attack_energy_ratio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280160" y="572414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d'énergie 1ère vs 2e moitié du signal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Classification tir vs parasite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MODÉLISATION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Séparabilité des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2" name="Image 0" descr="/sessions/pensive-serene-mccarthy/mnt/outputs/feature_boxplots_by_c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6796" y="1417320"/>
            <a:ext cx="8595360" cy="42976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5C4">
                <a:alpha val="30000"/>
              </a:srgbClr>
            </a:outerShdw>
          </a:effectLst>
        </p:spPr>
      </p:pic>
      <p:sp>
        <p:nvSpPr>
          <p:cNvPr id="13" name="Shape 10"/>
          <p:cNvSpPr/>
          <p:nvPr/>
        </p:nvSpPr>
        <p:spPr>
          <a:xfrm>
            <a:off x="457200" y="5806440"/>
            <a:ext cx="11274552" cy="621792"/>
          </a:xfrm>
          <a:prstGeom prst="roundRect">
            <a:avLst>
              <a:gd name="adj" fmla="val 11765"/>
            </a:avLst>
          </a:prstGeom>
          <a:solidFill>
            <a:srgbClr val="F4F6FC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5806440"/>
            <a:ext cx="108173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Amplitude, énergie et RMS séparent nettement Treffer/Steinschlag (élevés) de Vorbei/Auffahren (faibles) — </a:t>
            </a:r>
            <a:pPr indent="0" marL="0">
              <a:buNone/>
            </a:pPr>
            <a:r>
              <a:rPr lang="en-US" sz="13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ne distinguent pas Treffer de Steinschlag entre eux.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Classification tir vs parasite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MÉTHODOLOGIE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Valider sans tricher : LOGO-CV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55448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piège à éviter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2194560"/>
            <a:ext cx="4572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tir génère jusqu'à 6 fichiers très corrélés : 3 capteurs (oben/mitte/unten) × 2 répétitions sur le </a:t>
            </a:r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impact physique.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validation croisée classique (aléatoire) mélangerait ces fichiers entre train/test → score artificiellement optimiste (fuite de données).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25196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: Leave-One-Group-Out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484632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pli, on retire une séance de tir entière (groupe) du train et on teste dessus. Le modèle n'a jamais vu l'événement qu'il évalue.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06440" y="1554480"/>
            <a:ext cx="5925312" cy="4663440"/>
          </a:xfrm>
          <a:prstGeom prst="roundRect">
            <a:avLst>
              <a:gd name="adj" fmla="val 156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8076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groupes = 14 séances de tir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80760" y="2331720"/>
            <a:ext cx="749808" cy="1005840"/>
          </a:xfrm>
          <a:prstGeom prst="roundRect">
            <a:avLst>
              <a:gd name="adj" fmla="val 7317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2331720"/>
            <a:ext cx="749808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958584" y="2331720"/>
            <a:ext cx="749808" cy="1005840"/>
          </a:xfrm>
          <a:prstGeom prst="roundRect">
            <a:avLst>
              <a:gd name="adj" fmla="val 7317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958584" y="2331720"/>
            <a:ext cx="749808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002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836408" y="2331720"/>
            <a:ext cx="749808" cy="1005840"/>
          </a:xfrm>
          <a:prstGeom prst="roundRect">
            <a:avLst>
              <a:gd name="adj" fmla="val 7317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836408" y="2331720"/>
            <a:ext cx="749808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714232" y="2331720"/>
            <a:ext cx="749808" cy="1005840"/>
          </a:xfrm>
          <a:prstGeom prst="roundRect">
            <a:avLst>
              <a:gd name="adj" fmla="val 7317"/>
            </a:avLst>
          </a:prstGeom>
          <a:solidFill>
            <a:srgbClr val="D9534F"/>
          </a:solidFill>
          <a:ln/>
        </p:spPr>
      </p:sp>
      <p:sp>
        <p:nvSpPr>
          <p:cNvPr id="27" name="Text 25"/>
          <p:cNvSpPr/>
          <p:nvPr/>
        </p:nvSpPr>
        <p:spPr>
          <a:xfrm>
            <a:off x="8714232" y="2331720"/>
            <a:ext cx="749808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006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Vorbei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592056" y="2331720"/>
            <a:ext cx="749808" cy="1005840"/>
          </a:xfrm>
          <a:prstGeom prst="roundRect">
            <a:avLst>
              <a:gd name="adj" fmla="val 7317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9592056" y="2331720"/>
            <a:ext cx="749808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0469880" y="2331720"/>
            <a:ext cx="749808" cy="1005840"/>
          </a:xfrm>
          <a:prstGeom prst="roundRect">
            <a:avLst>
              <a:gd name="adj" fmla="val 7317"/>
            </a:avLst>
          </a:prstGeom>
          <a:solidFill>
            <a:srgbClr val="D9534F"/>
          </a:solidFill>
          <a:ln/>
        </p:spPr>
      </p:sp>
      <p:sp>
        <p:nvSpPr>
          <p:cNvPr id="31" name="Text 29"/>
          <p:cNvSpPr/>
          <p:nvPr/>
        </p:nvSpPr>
        <p:spPr>
          <a:xfrm>
            <a:off x="10469880" y="2331720"/>
            <a:ext cx="749808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Steinschlag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1347704" y="2331720"/>
            <a:ext cx="749808" cy="1005840"/>
          </a:xfrm>
          <a:prstGeom prst="roundRect">
            <a:avLst>
              <a:gd name="adj" fmla="val 731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/>
          <p:nvPr/>
        </p:nvSpPr>
        <p:spPr>
          <a:xfrm>
            <a:off x="11347704" y="2331720"/>
            <a:ext cx="749808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Auffahren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080760" y="36118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pli, une de ces 14 séances devient le test set ; les 13 autres entraînent le modèle.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80760" y="43434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ça marche même avec peu de parasites 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Vorbei, Steinschlag et Auffahren viennent de 3 groupes distincts. Quel que soit le groupe retiré, l'entraînement garde des exemples des deux classes.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Classification tir vs parasite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RÉSULTATS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de 6 modèles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12" name="Chart 0" descr=""/>
          <p:cNvGraphicFramePr/>
          <p:nvPr/>
        </p:nvGraphicFramePr>
        <p:xfrm>
          <a:off x="457200" y="1481328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7589520" y="1481328"/>
            <a:ext cx="4142232" cy="4754880"/>
          </a:xfrm>
          <a:prstGeom prst="roundRect">
            <a:avLst>
              <a:gd name="adj" fmla="val 1766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des résultats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863840" y="2148840"/>
            <a:ext cx="3657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L'accuracy trompe 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65/74 événements sont des tirs (88%). Prédire « tout est un tir » donne déjà 88% d'accuracy sans rien détecter.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&amp; KNN 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élevée, mais F1 parasite ≈ 0 — ils prédisent presque tout comme « tir ».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 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compromis — seul modèle qui capture une partie réelle des parasites.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Classification tir vs parasite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RÉSULTATS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certains modèles échouent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4572000"/>
        </p:xfrm>
        <a:graphic>
          <a:graphicData uri="http://schemas.openxmlformats.org/drawingml/2006/table">
            <a:tbl>
              <a:tblPr/>
              <a:tblGrid>
                <a:gridCol w="2377440"/>
                <a:gridCol w="2468880"/>
                <a:gridCol w="640080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observée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 probable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parasite = 0.11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Biais vers la classe majoritaire (65 vs 9), malgré class_weight='balanced'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(k=5)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parasite = 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5 voisins les plus proches d'un parasite sont presque toujours des Treffer (classe ultra-majoritaire)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instable (0.68)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Frontière linéaire trop simple pour des features à interactions non-linéaires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parasite = 0.17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seul arbre peu profond capture mal une classe rare et hétérogène (3 sous-types)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parasite = 0.22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arbres peu profonds → tendance à sur-apprendre les 65 exemples majoritaires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(RBF), non réglé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parasite = 0.53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Meilleur, mais encore perfectible → sujet du réglage d'hyperparamètres (slide suivante)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Classification tir vs parasite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DIAGNOSTIC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vrai facteur limitant : Steinschlag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2" name="Image 0" descr="/sessions/pensive-serene-mccarthy/mnt/outputs/recall_by_subclass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36192"/>
            <a:ext cx="6309360" cy="31546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5C4">
                <a:alpha val="30000"/>
              </a:srgbClr>
            </a:outerShdw>
          </a:effectLst>
        </p:spPr>
      </p:pic>
      <p:sp>
        <p:nvSpPr>
          <p:cNvPr id="13" name="Shape 10"/>
          <p:cNvSpPr/>
          <p:nvPr/>
        </p:nvSpPr>
        <p:spPr>
          <a:xfrm>
            <a:off x="457200" y="4709160"/>
            <a:ext cx="630936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489204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6 modèles testés, aucun n'a détecté un seul des 4 exemples Steinschlag — leur signature énergétique est quasi identique à un vrai impact.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040880" y="1536192"/>
            <a:ext cx="4690872" cy="2331720"/>
          </a:xfrm>
          <a:prstGeom prst="roundRect">
            <a:avLst>
              <a:gd name="adj" fmla="val 3137"/>
            </a:avLst>
          </a:prstGeom>
          <a:solidFill>
            <a:srgbClr val="D9534F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0" y="1691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4</a:t>
            </a:r>
            <a:endParaRPr lang="en-US" sz="4200" dirty="0"/>
          </a:p>
        </p:txBody>
      </p:sp>
      <p:sp>
        <p:nvSpPr>
          <p:cNvPr id="17" name="Text 14"/>
          <p:cNvSpPr/>
          <p:nvPr/>
        </p:nvSpPr>
        <p:spPr>
          <a:xfrm>
            <a:off x="7315200" y="251460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Steinschlag détectés correctement, tous modèles confondus (LOGO-CV)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040880" y="4023360"/>
            <a:ext cx="4690872" cy="2240280"/>
          </a:xfrm>
          <a:prstGeom prst="roundRect">
            <a:avLst>
              <a:gd name="adj" fmla="val 3265"/>
            </a:avLst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0" y="41605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</a:t>
            </a:r>
            <a:endParaRPr lang="en-US" sz="4200" dirty="0"/>
          </a:p>
        </p:txBody>
      </p:sp>
      <p:sp>
        <p:nvSpPr>
          <p:cNvPr id="20" name="Text 17"/>
          <p:cNvSpPr/>
          <p:nvPr/>
        </p:nvSpPr>
        <p:spPr>
          <a:xfrm>
            <a:off x="7315200" y="498348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 si on retire Steinschlag de l'entraînement (Vorbei + Auffahren seuls) — preuve que la limite vient des données, pas du modèle.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Classification tir vs parasite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RÉSULTAT FINAL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 final retenu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55448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— noyau RBF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0.1   ·   gamma = scale   ·   7 features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28803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77240" y="35387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46120" y="28803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246120" y="35387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42976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77240" y="49560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(parasite)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46120" y="42976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0.56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246120" y="49560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(parasite)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7240" y="5623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obtenus après réduction de features (20→7) et réglage de C/gamma, toujours mesurés en LOGO-CV.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06440" y="1554480"/>
            <a:ext cx="5925312" cy="4663440"/>
          </a:xfrm>
          <a:prstGeom prst="roundRect">
            <a:avLst>
              <a:gd name="adj" fmla="val 156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fait la différence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080760" y="2194560"/>
            <a:ext cx="54864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Réduction de features 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→ 7 features les plus séparatrices → moins d'overfitting vu le peu d'exemples parasites.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Réglage d'hyperparamètres 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C × gamma testée en LOGO-CV → C=0.1 (régularisation forte) surperforme C=1.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class_weight='balanced' 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compense le déséquilibre 65 tirs vs 9 parasites au moment de l'entraînement.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sortie predict_proba() de ce SVM est mal calibrée sur un jeu aussi petit (quasi constante dans nos tests) — le déploiement utilise decision_function() comme score de confiance.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Classification tir vs parasite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REGARD CRITIQUE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du projet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00200"/>
            <a:ext cx="3575304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534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" y="246888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du jeu de données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" y="2834640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événements au total, dont seulement 9 parasites — trop peu pour une estimation statistique robuste.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06824" y="1600200"/>
            <a:ext cx="3575304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35424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534F"/>
          </a:solidFill>
          <a:ln/>
        </p:spPr>
      </p:sp>
      <p:sp>
        <p:nvSpPr>
          <p:cNvPr id="19" name="Text 17"/>
          <p:cNvSpPr/>
          <p:nvPr/>
        </p:nvSpPr>
        <p:spPr>
          <a:xfrm>
            <a:off x="4535424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81144" y="246888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Steinschlag non résolu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81144" y="2834640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exemples, physiquement proches d'un vrai impact — aucun modèle ne les détecte de façon fiable aujourd'hui.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56448" y="1600200"/>
            <a:ext cx="3575304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85048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534F"/>
          </a:solidFill>
          <a:ln/>
        </p:spPr>
      </p:sp>
      <p:sp>
        <p:nvSpPr>
          <p:cNvPr id="24" name="Text 22"/>
          <p:cNvSpPr/>
          <p:nvPr/>
        </p:nvSpPr>
        <p:spPr>
          <a:xfrm>
            <a:off x="8385048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430768" y="246888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des probabilités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430768" y="2834640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predict_proba() du SVM est instable sur un si petit jeu ; seule la classe prédite (decision_function) est fiable.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82012" y="3977640"/>
            <a:ext cx="3575304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610612" y="4206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534F"/>
          </a:solidFill>
          <a:ln/>
        </p:spPr>
      </p:sp>
      <p:sp>
        <p:nvSpPr>
          <p:cNvPr id="29" name="Text 27"/>
          <p:cNvSpPr/>
          <p:nvPr/>
        </p:nvSpPr>
        <p:spPr>
          <a:xfrm>
            <a:off x="2610612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656332" y="484632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Généralisation limitée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2656332" y="5212080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données viennent d'une seule séance (190925, site de Gaushorn) — matériaux, distances et conditions météo non exhaustifs.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31636" y="3977640"/>
            <a:ext cx="3575304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60236" y="4206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534F"/>
          </a:solidFill>
          <a:ln/>
        </p:spPr>
      </p:sp>
      <p:sp>
        <p:nvSpPr>
          <p:cNvPr id="34" name="Text 32"/>
          <p:cNvSpPr/>
          <p:nvPr/>
        </p:nvSpPr>
        <p:spPr>
          <a:xfrm>
            <a:off x="6460236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505956" y="484632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test terrain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505956" y="5212080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uniquement rétrospective (LOGO-CV) ; aucun test en conditions réelles sur le Raspberry Pi à ce stade.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Classification tir vs parasite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MISE EN 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Déploiement sur Raspberry 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7 features et 74 exemples, tout modèle classique tourne en microsecondes sur un Pi — le vrai critère, c'est le poids des dépendances :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2560320"/>
        </p:xfrm>
        <a:graphic>
          <a:graphicData uri="http://schemas.openxmlformats.org/drawingml/2006/table">
            <a:tbl>
              <a:tblPr/>
              <a:tblGrid>
                <a:gridCol w="2743200"/>
                <a:gridCol w="2103120"/>
                <a:gridCol w="6400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Poids déploiement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Remarque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Le plus léger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 scalaire + sigmoïde — exportable en 5 lignes de C, zéro dépendance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(peu profond)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Très léger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Exportable en if/else, lisible, ultra rapide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 — retenu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Léger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~15-20 vecteurs de support × 7 features ≈ quelques Ko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Dizaines de petits arbres, encore trivial vu la taille du 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Dépend du nombre d'arbres (réductible)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Déconseillé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Doit embarquer tout le train ; recall parasite = 0 dans nos tests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5074920"/>
            <a:ext cx="1124712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5212080"/>
            <a:ext cx="10698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déploiement :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numpy scikit-learn joblib (via piwheels, wheels précompilés, pas de compilation) → script autonome recalculant les 7 features depuis le signal brut → chargement du .joblib (8 Ko) → decision_function() pour la prédiction.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Classification tir vs parasite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RECOMMANDATIONS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Prochaines étapes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002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155448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63040" y="1645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Collecter plus de Steinschlag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198424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à la team des dizaines d'exemples supplémentaires — c'est le seul vrai levier d'amélioration.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77063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70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88720" y="2724912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463040" y="28163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sur le terrain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315468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le script RPi en conditions réelles et comparer aux prédictions rétrospectives.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94106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410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88720" y="3895344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463040" y="398678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à deux étages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63040" y="432511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Étage 1 : tir vs parasite lisse (fiable). Étage 2 : signaler les Steinschlag suspects pour revue humaine plutôt que les classer à tort.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11149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51114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188720" y="5065776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515721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Étendre la couverture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63040" y="5495544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matériaux, distances et conditions météo non présents dans cette séance unique.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Classification tir vs parasite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968496"/>
            <a:ext cx="246888" cy="65836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9217152" y="3694176"/>
            <a:ext cx="246888" cy="120700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9656064" y="3200400"/>
            <a:ext cx="246888" cy="21945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10094976" y="2651760"/>
            <a:ext cx="246888" cy="32918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33888" y="3419856"/>
            <a:ext cx="246888" cy="175564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0" y="2926080"/>
            <a:ext cx="246888" cy="2743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11411712" y="3803904"/>
            <a:ext cx="246888" cy="9875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11850624" y="3529584"/>
            <a:ext cx="246888" cy="153619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688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retours, et prochaine itération avec plus de données Steinschlag.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projet : gaushorn_shot_classifier/  ·  Modèle : models/shot_vs_parasite_svm.joblib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2026-08-14T12:38:43Z</dcterms:created>
  <dcterms:modified xsi:type="dcterms:W3CDTF">2026-08-14T12:38:43Z</dcterms:modified>
</cp:coreProperties>
</file>