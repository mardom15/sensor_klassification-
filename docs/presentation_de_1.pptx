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LOGO-CV – binäres Ziel: Treffer vs. Störsignal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(irreführend)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0.905</c:v>
                </c:pt>
                <c:pt idx="1">
                  <c:v>0.811</c:v>
                </c:pt>
                <c:pt idx="2">
                  <c:v>0.892</c:v>
                </c:pt>
                <c:pt idx="3">
                  <c:v>0.676</c:v>
                </c:pt>
                <c:pt idx="4">
                  <c:v>0.743</c:v>
                </c:pt>
                <c:pt idx="5">
                  <c:v>0.878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0.707</c:v>
                </c:pt>
                <c:pt idx="1">
                  <c:v>0.557</c:v>
                </c:pt>
                <c:pt idx="2">
                  <c:v>0.556</c:v>
                </c:pt>
                <c:pt idx="3">
                  <c:v>0.528</c:v>
                </c:pt>
                <c:pt idx="4">
                  <c:v>0.519</c:v>
                </c:pt>
                <c:pt idx="5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(Störsignal-Klasse)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0.533</c:v>
                </c:pt>
                <c:pt idx="1">
                  <c:v>0.222</c:v>
                </c:pt>
                <c:pt idx="2">
                  <c:v>0.2</c:v>
                </c:pt>
                <c:pt idx="3">
                  <c:v>0.2</c:v>
                </c:pt>
                <c:pt idx="4">
                  <c:v>0.174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2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1E5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68496"/>
            <a:ext cx="24688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9217152" y="3694176"/>
            <a:ext cx="246888" cy="1207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56064" y="3200400"/>
            <a:ext cx="246888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2651760"/>
            <a:ext cx="246888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33888" y="3419856"/>
            <a:ext cx="246888" cy="17556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926080"/>
            <a:ext cx="246888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3803904"/>
            <a:ext cx="246888" cy="9875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850624" y="3529584"/>
            <a:ext cx="246888" cy="15361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GAUSHORN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Echten Schuss erkennen,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Störsignale filtern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Klassifizierung von Sensor-Auslösungen an einer Schießscheibe — von den Rohdaten bis zum Einsatz auf dem Raspberry Pi.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Erstellt für Marti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EINFÜHRUNG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 &amp; Ziel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Ausgangslage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Sensor-Team hat Rohdaten von einem Stoß-Sensor geschickt. Der Sensor sitzt an einer Schießscheibe.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Mal, wenn der Sensor auslöst, speichert er ein Signal mit 512 Messpunkten. Aber nicht jedes Signal ist ein echter Treffer.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Ein Modell bauen, das automatisch echte Treffer von falschen Auslösungen unterscheidet. Danach soll es auf einem Raspberry Pi laufen.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554480"/>
            <a:ext cx="4416552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589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9520" y="27889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echter Schuss trifft die Scheibe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886200"/>
            <a:ext cx="441655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589520" y="4800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STÖRSIGNAL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51206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 (Schuss verfehlt), Steinschlag (Stein trifft die Scheibe), Auffahren (Fahrzeug kommt näher)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gelieferten Daten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aufgenommene Ereignisse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 je Ereignis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Schuss-Serien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05256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Waffen: P8 (Pistole), G36 (Gewehr)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 nach Klasse (Ergebnis)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548640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Echter Treffer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Vorbei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Schuss verfehlt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Steinschlag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 trifft die Scheibe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Auffahren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Fahrzeug kommt näher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3246120"/>
            <a:ext cx="5422392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die Zahl 500?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83680" y="38404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Team sagte „500 Informationen“. Wir haben das geprüft: Das sind die 512 Messpunkte in jeder Aufnahme — nicht die Anzahl der Ereignisse. Die Daten haben wirklich 74 Ereignisse. Es fehlt nichts.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Ablauf des Projekts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(512 Werte)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24912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410712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816352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CSV-Datei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16352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Metadaten +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92624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78424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67842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84064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Merkmale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84064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7 Kennzahlen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04304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60336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7946136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94613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51776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51776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Algorithmen, LOGO-CV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72016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28048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13848" y="2697480"/>
            <a:ext cx="640080" cy="64008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19488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19488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Schritt ist ein nummeriertes Skript im Ordner src/ (01 bis 09). So kann man den ganzen Ablauf noch einmal durchführen.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DARSTELLUNG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Signale, je Klasse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gaushorn_shot_classifier/figures/waveforms_overlay_by_class_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949440" cy="4276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7635240" y="1508760"/>
            <a:ext cx="4096512" cy="4709160"/>
          </a:xfrm>
          <a:prstGeom prst="roundRect">
            <a:avLst>
              <a:gd name="adj" fmla="val 17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man sieht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210312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 &amp; Steinschlag: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starke, unruhige Signale — deutliche Einschläge.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 &amp; Auffahren: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ruhige Signale mit kleiner Amplitude — sanfte Schwingungen.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sieht optisch viel mehr wie Treffer aus als wie Vorbei/Auffahren — ein erstes Zeichen, dass es schwer zu trennen sein wird.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Merkmale aus dem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berechnete Merkmale (Zeit + Frequenz), am Ende auf 7 reduziert: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peak_abs_amplitude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4323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Größter Ausschlag im zentrierten Signal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5391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5391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energy_centered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12280" y="24323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Gesamt-Energie des Signals (Σ Signal²)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rms_centered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 quadratische Amplitude (RMS)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310896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53912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5391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zero_crossing_rate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1228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das Signal die Null-Linie kreuzt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4315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spectral_centroid_bin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46268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Schwerpunkt des Frequenzspektrums (FFT)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42062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3912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15391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2280" y="4315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crest_factor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12280" y="46268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Verhältnis von Spitze zu RMS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30352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" y="5486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80160" y="5413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attack_energy_ratio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280160" y="572414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Energie: erste Hälfte vs. zweite Hälfte des Signals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Trennen sich die Merkmale?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gaushorn_shot_classifier/figures/feature_boxplots_by_class_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796" y="1417320"/>
            <a:ext cx="8595360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457200" y="5806440"/>
            <a:ext cx="11274552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5806440"/>
            <a:ext cx="108173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Energie und RMS trennen Treffer/Steinschlag (hoch) klar von Vorbei/Auffahren (niedrig) — </a:t>
            </a:r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sie trennen Treffer nicht von Steinschlag.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METHODIK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Richtig testen: LOGO-CV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Falle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Schuss erzeugt bis zu 6 sehr ähnliche Dateien: 3 Sensoren (oben/mitte/unten) × 2 Wiederholungen,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Treffer.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normale Kreuzvalidierung würde diese Dateien mischen → das Ergebnis wäre zu gut, aber nicht echt (Datenleck).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Lösung: Leave-One-Group-Out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Durchlauf nehmen wir eine ganze Schuss-Serie aus dem Training und testen darauf. Das Modell hat dieses Ereignis nie gesehen.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554480"/>
            <a:ext cx="5925312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Gruppen = 14 Schuss-Serien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58584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58584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36408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836408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14232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27" name="Text 25"/>
          <p:cNvSpPr/>
          <p:nvPr/>
        </p:nvSpPr>
        <p:spPr>
          <a:xfrm>
            <a:off x="8714232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92056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592056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469880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6988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347704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/>
          <p:nvPr/>
        </p:nvSpPr>
        <p:spPr>
          <a:xfrm>
            <a:off x="11347704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Auffahren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3611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Durchlauf wird eine der 14 Serien zum Test-Set. Die anderen 13 trainieren das Modell.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43434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auch mit wenigen Störsignalen funktioniert: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Vorbei, Steinschlag und Auffahren kommen aus 3 verschiedenen Gruppen. Egal welche Gruppe fehlt — das Training hat immer Beispiele von beiden Klassen.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ETWAS THEORIE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ein Klassifikationsmodell?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Klassifikationsmodell ist ein System, das lernt, Ereignisse anhand bereits sortierter Beispiele in Kategorien einzuteilen — ähnlich wie jemand, der ein zerbrechliches Paket erkennt, nachdem er Hunderte davon gesehen hat.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34874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Bekannte Beispiele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bereits markierte Signale: Treffer, Vorbei, Steinschlag, Auffahren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91840" y="24231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18338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18338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2900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erkennt, was jede Kategorie statistisch unterscheidet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26480" y="24231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01802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01802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6364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Signal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nie gesehenes Ereignis, dessen Art unbekannt ist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4108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961120" y="24231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9852660" y="2651760"/>
            <a:ext cx="731520" cy="7315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3" name="Text 31"/>
          <p:cNvSpPr/>
          <p:nvPr/>
        </p:nvSpPr>
        <p:spPr>
          <a:xfrm>
            <a:off x="98526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09828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wendet das Gelernte an, um die Kategorie zu erraten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 hier: Das Modell betrachtet Merkmale des Signals (Amplitude, Energie, Frequenz …) und lernt, welche Werte typisch für einen echten Treffer statt für eine falsche Auslösung sind.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ETWAS THEORIE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6 getesteten Modelle, einfach erklärt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keinen Algorithmus, der für jedes Problem am besten ist — deshalb testen wir mehrere und vergleichen sie objektiv, statt einen zufällig auszuwählen: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3134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Zieht eine einfache Grenze (eine „Linie“) zwischen den Kategorien. Schnell und leicht verständlich, aber eingeschränkt, wenn die Trennung nicht linear ist.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148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23134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 nächste Nachbarn)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6517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Schaut sich die vergangenen Ereignisse an, die dem neuen am ähnlichsten sind, und lässt sie abstimmen. Einfach, aber sehr empfindlich gegenüber ungleich verteilten Beispielen.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850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(RBF-Kernel)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0233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die bestmögliche Grenze zwischen den Kategorien, auch wenn sie gekrümmt ist. Wirksam selbst bei wenig Daten — das hier gewählte Modell.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3520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6850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Entscheidungsbaum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40233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eine Reihe von Ja/Nein-Fragen zum Signal (z. B. „Übersteigt die Amplitude X?“). Gut lesbar, aber ein einzelner Baum ist instabil.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0566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3949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Lässt mehrere unterschiedliche Entscheidungsbäume gemeinsam abstimmen. Robuster als ein einzelner Baum, kann aber die häufigste Kategorie bevorzugen.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0760" y="48920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50566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53949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 Bäume nacheinander auf, jeder korrigiert die Fehler des vorherigen. Leistungsstark, kann aber bei wenig Daten überanpassen.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ETWAS THEORIE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Modellbewertung: die wichtigsten Begriffe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Konfusionsmatrix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6766560" cy="155448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Vorhergesagt: Treffer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Vorhergesagt: Störsignal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Treffer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Treffer richtig erkannt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Treffer verpasst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Störsignal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Falscher Alarm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Störsignal richtig verworfen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352044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„falsch positiv“ (falscher Alarm) und ein „falsch negativ“ (verpasster Treffer) haben in der Praxis nicht die gleichen Kosten — deshalb reicht eine einzelne Gesamt-Metrik nie aus.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25196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43484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(Genauigkeit):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allen „Treffer“-Meldungen — wie viele waren wirklich Treffer?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(Trefferquote):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allen echten Treffern — wie viele wurden erkannt?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43800" y="1417320"/>
            <a:ext cx="4187952" cy="4800600"/>
          </a:xfrm>
          <a:prstGeom prst="roundRect">
            <a:avLst>
              <a:gd name="adj" fmla="val 1747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818120" y="1627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in diesem Projekt verwendeten Metriken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818120" y="219456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der richtigen Antworten insgesamt. Irreführend hier: Immer „Treffer“ vorherzusagen ergibt bereits 88% Accuracy, ohne irgendetwas zu erkennen.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Durchschnitt der Leistung je Kategorie, ohne die häufigere zu bevorzugen — viel ehrlicher hier angesichts des Ungleichgewichts 65 zu 9.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einzelne Zahl, die Precision und Recall ausgleicht — nützlich, um Modelle auf einen Blick zu vergleichen.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Fähigkeit des Modells, richtig zu klassifizieren, unabhängig vom gewählten Entscheidungs-Schwellenwert.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 von 6 Modellen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457200" y="1481328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589520" y="1481328"/>
            <a:ext cx="4142232" cy="4754880"/>
          </a:xfrm>
          <a:prstGeom prst="roundRect">
            <a:avLst>
              <a:gd name="adj" fmla="val 176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liest man die Ergebnisse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214884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Accuracy täuscht: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von 74 Ereignissen sind Treffer (88%). Wer immer „Treffer“ vorhersagt, hat schon 88% Accuracy — ohne irgendetwas zu erkennen.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&amp; KNN: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Accuracy, aber F1 (Störsignal) ≈ 0 — sie sagen fast immer „Treffer“ voraus.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beste Kompromiss — das einzige Modell, das wirklich einen Teil der Störsignale erkennt.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manche Modelle versagen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6400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Beobachtete Schwäche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Wahrscheinliche Ursache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Störsignal = 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Bevorzugt die Mehrheitsklasse (65 vs. 9), trotz class_weight='balanced'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Störsignal =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5 nächsten Nachbarn eines Störsignals sind fast immer Treffer (Mehrheitsklasse)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Instabile Accuracy (0.68)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Lineare Grenze zu einfach für Merkmale mit nicht-linearen Zusammenhängen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Störsignal = 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einzelner, flacher Baum erfasst eine seltene, gemischte Klasse (3 Unterarten) schlecht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Störsignal = 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flache Bäume → Tendenz, die 65 Mehrheits-Beispiele zu über-lernen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(RBF), ungetuned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Störsignal = 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besten, aber noch verbesserbar → Thema der nächsten Folie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DIAGNOSE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größte Schwäche: Steinschlag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gaushorn_shot_classifier/figures/recall_by_subclass_heatmap_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6309360" cy="3154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457200" y="4709160"/>
            <a:ext cx="6309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8920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allen 6 getesteten Modellen hat keines auch nur einen der 4 Steinschlag-Fälle erkannt — die Energie-Signatur ist fast identisch mit einem echten Treffer.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1536192"/>
            <a:ext cx="4690872" cy="2331720"/>
          </a:xfrm>
          <a:prstGeom prst="roundRect">
            <a:avLst>
              <a:gd name="adj" fmla="val 3137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4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7315200" y="2514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richtig erkannt, über alle Modelle (LOGO-CV)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40880" y="4023360"/>
            <a:ext cx="4690872" cy="224028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160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7315200" y="4983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wenn Steinschlag aus dem Training entfernt wird (nur Vorbei + Auffahren) — Beweis: Das Problem liegt an den Daten, nicht am Modell.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ENDERGEBNIS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gewählte Modell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— RBF-Kernel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0.1   ·   gamma = scale   ·   7 Merkmale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7724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7724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(Störsignal)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4612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(Störsignal)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nach Reduktion der Merkmale (20→7) und Feinabstimmung von C/gamma, immer gemessen mit LOGO-CV.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1554480"/>
            <a:ext cx="5925312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den Unterschied gemacht hat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80760" y="21945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Weniger Merkmale: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7, die am besten trennen → weniger Überanpassung, weil es nur wenige Störsignal-Beispiele gibt.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Feinabstimmung: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gamma getestet mit LOGO-CV → C=0.1 (starke Regularisierung) ist besser als C=1.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class_weight='balanced':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gleicht das Ungleichgewicht 65 Treffer vs. 9 Störsignale beim Training aus.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Funktion predict_proba() dieses SVM ist bei so wenigen Daten schlecht kalibriert (in unseren Tests fast konstant) — der Einsatz nutzt stattdessen decision_function() als Vertrauens-Wert.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KRITISCHER 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 des Projekts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Datenmenge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Ereignisse insgesamt, davon nur 9 Störsignale — zu wenig für eine robuste, statistische Schätzung.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6824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35424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542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81144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ungelöst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81144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Beispiele, sehr ähnlich zu einem echten Treffer — kein Modell erkennt sie heute zuverlässig.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5048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24" name="Text 22"/>
          <p:cNvSpPr/>
          <p:nvPr/>
        </p:nvSpPr>
        <p:spPr>
          <a:xfrm>
            <a:off x="838504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30768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Kalibrierung der Wahrscheinlichkeiten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30768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des SVM ist bei so wenigen Daten instabil; nur die vorhergesagte Klasse (decision_function) ist verlässlich.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82012" y="397764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10612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29" name="Text 27"/>
          <p:cNvSpPr/>
          <p:nvPr/>
        </p:nvSpPr>
        <p:spPr>
          <a:xfrm>
            <a:off x="261061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656332" y="484632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 Übertragbarkeit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56332" y="52120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 stammen aus einer einzigen Serie (190925, Standort Gaushorn) — Materialien, Entfernungen und Wetter sind nicht vollständig abgedeckt.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1636" y="397764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0236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60236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05956" y="484632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Test vor Ort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05956" y="52120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Bisher nur rückblickende Validierung (LOGO-CV); noch kein Test unter echten Bedingungen auf dem Raspberry Pi.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EINSATZ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Einsatz auf dem Raspberry 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7 Merkmalen und 74 Beispielen läuft jedes klassische Modell in Mikrosekunden auf einem Pi — entscheidend ist das Gewicht der Abhängigkeiten: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Gewicht beim Einsatz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Anmerkung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Am leichtesten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Skalarprodukt + Sigmoid — in 5 Zeilen C exportierbar, keine Abhängigkeiten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(flach)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Sehr leicht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Exportierbar als if/else, gut lesbar, sehr schnell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 — gewählt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Leicht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~15–20 Stützvektoren × 7 Merkmale ≈ wenige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Viele kleine Bäume, bei dieser Datenmenge trotzdem trivial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Hängt von der Anzahl der Bäume ab (reduzierbar)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 empfohlen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Muss alle Trainingsdaten mitführen; Recall Störsignal = 0 in unseren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50749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2120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für den Einsatz: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numpy scikit-learn joblib (über piwheels, fertige Pakete, kein Kompilieren) → eigenständiges Skript berechnet die 7 Merkmale aus dem Rohsignal → lädt die .joblib-Datei (8 KB) → decision_function() für die Vorhersage.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EMPFEHLUNGEN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1554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1645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Steinschlag-Daten sammeln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Team um weitere Beispiele bitten — das ist der wichtigste Hebel für eine Verbesserung.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70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724912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28163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Ort testen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1546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Raspberry-Pi-Skript unter echten Bedingungen einsetzen und mit den bisherigen Vorhersagen vergleichen.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895344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98678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Zweistufiges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325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1: Treffer vs. ruhiges Störsignal (zuverlässig). Stufe 2: verdächtige Steinschlag-Fälle für eine menschliche Prüfung markieren, statt sie falsch einzuordnen.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1114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11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88720" y="5065776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51572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Vielfalt in den Daten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49554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Materialien, Entfernungen und Wetterbedingungen ergänzen, die in dieser einen Serie fehlen.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68496"/>
            <a:ext cx="24688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9217152" y="3694176"/>
            <a:ext cx="246888" cy="1207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56064" y="3200400"/>
            <a:ext cx="246888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2651760"/>
            <a:ext cx="246888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33888" y="3419856"/>
            <a:ext cx="246888" cy="17556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926080"/>
            <a:ext cx="246888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3803904"/>
            <a:ext cx="246888" cy="9875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850624" y="3529584"/>
            <a:ext cx="246888" cy="15361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Fragen, Rückmeldungen — und die nächste Runde mit mehr Steinschlag-Daten.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Projektordner: gaushorn_shot_classifier/  ·  Modell: models/shot_vs_parasite_svm.joblib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2026-08-14T13:57:49Z</dcterms:created>
  <dcterms:modified xsi:type="dcterms:W3CDTF">2026-08-14T13:57:49Z</dcterms:modified>
</cp:coreProperties>
</file>